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yourusername/square-order-generator" TargetMode="External" /><Relationship Id="rId3" Type="http://schemas.openxmlformats.org/officeDocument/2006/relationships/hyperlink" Target="https://developer.squareup.com" TargetMode="Externa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Square Order Generator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Fix It Week Presentation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Previously used Square Milo for cloning</a:t>
            </a:r>
          </a:p>
          <a:p>
            <a:pPr lvl="0"/>
            <a:r>
              <a:rPr/>
              <a:t>Current solution is broken and has limitations</a:t>
            </a:r>
          </a:p>
          <a:p>
            <a:pPr lvl="0"/>
            <a:r>
              <a:rPr/>
              <a:t>Need a more reliable and flexible solution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Brief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Node.js application that generates test data in Square: - Creates and manages multiple locations - Handles catalog items with images - Generates orders with payments - Provides cleanup functionality - Supports multiple API tokens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Functionality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Location Management</a:t>
            </a:r>
          </a:p>
          <a:p>
            <a:pPr lvl="0"/>
            <a:r>
              <a:rPr/>
              <a:t>Create multiple locations (up to 300)</a:t>
            </a:r>
          </a:p>
          <a:p>
            <a:pPr lvl="0"/>
            <a:r>
              <a:rPr/>
              <a:t>Delete/cleanup locations</a:t>
            </a:r>
          </a:p>
          <a:p>
            <a:pPr lvl="0"/>
            <a:r>
              <a:rPr/>
              <a:t>Location status management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Catalog Management</a:t>
            </a:r>
          </a:p>
          <a:p>
            <a:pPr lvl="0"/>
            <a:r>
              <a:rPr/>
              <a:t>Import catalog items with images</a:t>
            </a:r>
          </a:p>
          <a:p>
            <a:pPr lvl="0"/>
            <a:r>
              <a:rPr/>
              <a:t>Generate numbered images</a:t>
            </a:r>
          </a:p>
          <a:p>
            <a:pPr lvl="0"/>
            <a:r>
              <a:rPr/>
              <a:t>Catalog cleanup capabilities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Orders &amp; Payments</a:t>
            </a:r>
          </a:p>
          <a:p>
            <a:pPr lvl="0"/>
            <a:r>
              <a:rPr/>
              <a:t>Generate orders with random quantities</a:t>
            </a:r>
          </a:p>
          <a:p>
            <a:pPr lvl="0"/>
            <a:r>
              <a:rPr/>
              <a:t>Process payments</a:t>
            </a:r>
          </a:p>
          <a:p>
            <a:pPr lvl="0"/>
            <a:r>
              <a:rPr/>
              <a:t>Support for concurrent order processing</a:t>
            </a:r>
          </a:p>
          <a:p>
            <a:pPr lvl="0"/>
            <a:r>
              <a:rPr/>
              <a:t>Tax management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Additional Functionality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Workday Simulation Script</a:t>
            </a:r>
          </a:p>
          <a:p>
            <a:pPr lvl="0"/>
            <a:r>
              <a:rPr/>
              <a:t>Simulates a complete business day</a:t>
            </a:r>
          </a:p>
          <a:p>
            <a:pPr lvl="0"/>
            <a:r>
              <a:rPr/>
              <a:t>Configurable parameters:</a:t>
            </a:r>
          </a:p>
          <a:p>
            <a:pPr lvl="1"/>
            <a:r>
              <a:rPr/>
              <a:t>Order quantities</a:t>
            </a:r>
          </a:p>
          <a:p>
            <a:pPr lvl="1"/>
            <a:r>
              <a:rPr/>
              <a:t>Concurrency levels</a:t>
            </a:r>
          </a:p>
          <a:p>
            <a:pPr lvl="1"/>
            <a:r>
              <a:rPr/>
              <a:t>Multiple token support</a:t>
            </a:r>
          </a:p>
          <a:p>
            <a:pPr lvl="0"/>
            <a:r>
              <a:rPr/>
              <a:t>Performance optimized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Terminal UI (TUI)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Interactive interface for running scripts: - Easy script selection - Parameter configuration - Help documentation - Real-time output - Environment variable support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 &amp;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GitHub Repository: </a:t>
            </a:r>
            <a:r>
              <a:rPr>
                <a:hlinkClick r:id="rId2"/>
              </a:rPr>
              <a:t>Square Order Generator</a:t>
            </a:r>
          </a:p>
          <a:p>
            <a:pPr lvl="0"/>
            <a:r>
              <a:rPr/>
              <a:t>Square Developer Portal: </a:t>
            </a:r>
            <a:r>
              <a:rPr>
                <a:hlinkClick r:id="rId3"/>
              </a:rPr>
              <a:t>Square API Documentation</a:t>
            </a:r>
          </a:p>
          <a:p>
            <a:pPr lvl="0"/>
            <a:r>
              <a:rPr/>
              <a:t>Project Documentation: See README.md for detailed usage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2025-06-03T09:29:38Z</dcterms:created>
  <dcterms:modified xsi:type="dcterms:W3CDTF">2025-06-03T09:29:38Z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rp">
    <vt:lpwstr>True</vt:lpwstr>
  </property>
  <property fmtid="{D5CDD505-2E9C-101B-9397-08002B2CF9AE}" pid="3" name="paginate">
    <vt:lpwstr>True</vt:lpwstr>
  </property>
  <property fmtid="{D5CDD505-2E9C-101B-9397-08002B2CF9AE}" pid="4" name="style">
    <vt:lpwstr>section { font-size: 1.5em; } h1 { font-size: 1.8em; } h2 { font-size: 1.6em; } ul { margin-left: 1em; } li { margin: 0.5em 0; }</vt:lpwstr>
  </property>
  <property fmtid="{D5CDD505-2E9C-101B-9397-08002B2CF9AE}" pid="5" name="theme">
    <vt:lpwstr>default</vt:lpwstr>
  </property>
</Properties>
</file>